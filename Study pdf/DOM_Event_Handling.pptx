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59436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91440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23444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155448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2360" y="27432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2360" y="59436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52360" y="91440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123444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155448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27432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59436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91440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123444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155448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27432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59436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91440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123444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155448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27432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59436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91440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123444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0" y="155448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Event Handling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JavaScript-ийн гол үндэс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– Intermediate түвшний хичээл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2286000" cy="4114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4315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гэж юу вэ? (Document Object Model)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955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нь HTML документыг JavaScript-ээр удирдах боломж олгодог програмчлалын интерфейс юм. Браузер HTML-ийг уншаад модон бүтэц (tree) болгон хадгалдаг.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534924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63040"/>
            <a:ext cx="53492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5120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DOM-д хандах хамгийн энгийн жишээ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console.log(document.title);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"Миний Вэбсайт"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console.log(document.body);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&lt;body&gt;...&lt;/body&gt;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DOM бол object (объект)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console.log(typeof document);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"object"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315468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70448" y="1490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Хэрэглээ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70448" y="179222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Вэб хуудасны контент, загвар болон бүтцийг JavaScript-ээр динамикаар өөрчлөхөд ашигладаг.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651760"/>
            <a:ext cx="315468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70448" y="2679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Анхаарах / Давуу тал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70448" y="298094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Давуу: Хуудасны аль ч элементэд хандах боломжтой.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Анхаар: Их DOM manipulation → удаан гүйцэтгэл.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ба window Object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955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— браузерийн цонхыг илэрхийлнэ (глобал объект). document — HTML документыг илэрхийлнэ, window-ийн нэг хэсэг.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534924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63040"/>
            <a:ext cx="53492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5120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window → глобал орчин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console.log(window.innerWidth);   // → 1440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console.log(window.location.href); // → поточ URL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document → HTML документ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console.log(document.title);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console.log(document.URL);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window.document === document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console.log(window.document === document);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true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Alert, alert дуудах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window.alert("Сайн уу!");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alert("Ижил зүйл!");   // window. орхиж болно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315468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70448" y="1490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Хэрэглээ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70448" y="179222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цонхын хэмжээ, URL, navigation. document: HTML элемент, контент.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651760"/>
            <a:ext cx="315468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70448" y="2679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Анхаарах / Давуу тал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70448" y="298094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document нь window-д байдаг.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Node.js-д window байхгүй, зөвхөн браузерт ажилладаг.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Tree Бүтэц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955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файл уншигдахад браузер элемент бүрийг 'Node' болгон Tree бүтцээр зохион байгуулдаг.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0" y="1389888"/>
            <a:ext cx="128016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0" y="13898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773936"/>
            <a:ext cx="0" cy="23774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2011680"/>
            <a:ext cx="128016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2011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&lt;html&gt;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395728"/>
            <a:ext cx="-1920240" cy="23774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2633472"/>
            <a:ext cx="1280160" cy="38404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11680" y="26334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&lt;head&gt;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3017520"/>
            <a:ext cx="0" cy="23774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3255264"/>
            <a:ext cx="128016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11680" y="32552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&lt;title&gt;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395728"/>
            <a:ext cx="1920240" cy="23774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2633472"/>
            <a:ext cx="1280160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52160" y="26334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&lt;body&gt;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3017520"/>
            <a:ext cx="-731520" cy="23774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3255264"/>
            <a:ext cx="128016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20640" y="32552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&lt;h1&gt;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3017520"/>
            <a:ext cx="731520" cy="23774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3255264"/>
            <a:ext cx="128016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0" y="32552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&lt;p&gt;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төрлүүд: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572000"/>
            <a:ext cx="228600" cy="228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5537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Node (&lt;tag&gt;)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08960" y="4572000"/>
            <a:ext cx="228600" cy="2286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45537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Node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4572000"/>
            <a:ext cx="228600" cy="2286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45537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Node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querySelector() болон getElementById()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955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элементийг JavaScript-ээр хайж олох хоёр үндсэн арга. getElementById нь хурдан, querySelector илүү уян хатан.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534924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63040"/>
            <a:ext cx="53492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5120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getElementById — ID-аар хайна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title = document.getElementById('main-title');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console.log(title.textContent);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querySelector — CSS selector ашиглана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btn = document.querySelector('.btn-primary');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first = document.querySelector('ul li:first-child');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querySelectorAll — олон элемент буцаана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items = document.querySelectorAll('.card');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items.forEach(item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console.log(item.textContent);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Олдоогүй бол → null буцаана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el = document.querySelector('#ghost'); // null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315468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70448" y="1490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Хэрэглээ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70448" y="179222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Товчлуур, форм, жагсаалт зэрэг элементэд хандахад тогтмол хэрэглэнэ.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651760"/>
            <a:ext cx="315468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70448" y="2679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Анхаарах / Давуу тал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70448" y="298094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querySelector: CSS selector бүхний дэмжлэгтэй.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getElementById нь querySelector-оос арай хурдан.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addEventListener() болон removeEventListener()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955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Элемент дээр event listener нэмэх, устгах. Хэрэглэгчийн үйлдэлд (click, input, scroll…) хариу үзүүлэхэд хэрэглэнэ.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534924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63040"/>
            <a:ext cx="53492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5120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btn = document.querySelector('#myBtn');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Event listener нэмэх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handleClick(event)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console.log('Товчлуур дарагдлаа!', event);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btn.addEventListener('click', handleClick);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Event listener устгах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btn.removeEventListener('click', handleClick);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Нэргүй функц ашиглавал устгах боломжгүй!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btn.addEventListener('mouseover', (e)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e.target.style.color = 'red'; // ❌ устгах боломжгүй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315468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70448" y="1490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Хэрэглээ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70448" y="179222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Товч дарах, форм submit, гар дарах, скролл зэрэг бүх хэрэглэгчийн үйлдлийг удирдана.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651760"/>
            <a:ext cx="315468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70448" y="2679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Анхаарах / Давуу тал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70448" y="298094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removeEventListener-ийн тулд функцийг нэрлэж тодорхойл.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Memory leak-аас зайлсхийхийн тулд шаардлагагүй listener-ийг устга.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preventDefault()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955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Браузерийн анхдагч үйлдлийг зогсооно. Жишээ нь: форм submit хийх, холбоос дагах, баруун товчны цэс зэрэг.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534924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63040"/>
            <a:ext cx="53492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5120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Форм submit-ийг зогсоох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form = document.querySelector('form');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form.addEventListener('submit', (event)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event.preventDefault();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Өөрийн validation хийнэ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console.log('Форм submit болсонгүй!');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Холбоос дагахаас сэргийлэх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link = document.querySelector('a');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link.addEventListener('click', (e)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e.preventDefault();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console.log('Шилжсэнгүй!');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Баруун товчны цэсийг хаах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document.addEventListener('contextmenu', (e)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e.preventDefault();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315468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70448" y="1490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Хэрэглээ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70448" y="179222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 validation, custom navigation, drag-and-drop, keyboard shortcut тохируулахад.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651760"/>
            <a:ext cx="315468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70448" y="2679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Анхаарах / Давуу тал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70448" y="298094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Анхдагч үйлдлийг бүрэн хянах боломжтой.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Хэт ашиглавал хэрэглэгчийн туршлага муудна (жишээ: copy/paste хааж болохгүй).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stopPropagation()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955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Event-ийн дамжих (bubbling/capturing) явцыг зогсооно. Дотор элементийн event гадна элементэд хүрэхгүй болно.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534924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63040"/>
            <a:ext cx="53492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5120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outer = document.querySelector('.outer');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inner = document.querySelector('.inner');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outer.addEventListener('click', ()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console.log('Гадна div дарагдлаа');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inner.addEventListener('click', (e)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e.stopPropagation(); // bubbling зогсоо!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console.log('Дотор div дарагдлаа');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→ "Гадна div" гэж гарахгүй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stopPropagation байхгүй бол: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"Дотор div дарагдлаа"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"Гадна div дарагдлаа"  ← ч гарна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315468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70448" y="1490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Хэрэглээ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70448" y="179222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element-д тус тусдаа click handler байх үед, modal, dropdown хаах механизм.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651760"/>
            <a:ext cx="315468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70448" y="2679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Анхаарах / Давуу тал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70448" y="298094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Event-ийн тархалтыг нарийн хянах боломжтой.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Хэт ашиглавал Event Delegation ажиллахгүй болж болно.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stopImmediatePropagation()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955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stopPropagation()-аас хүчтэй: мөн элемент дээрх бусад listener-уудыг ч зогсооно.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534924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63040"/>
            <a:ext cx="53492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5120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btn = document.querySelector('button');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btn.addEventListener('click', (e)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console.log('1-р handler');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e.stopImmediatePropagation();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← 2-р handler дуудагдахгүй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btn.addEventListener('click', ()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console.log('2-р handler'); // Ажиллахгүй!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btn.addEventListener('click', ()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console.log('3-р handler'); // Ажиллахгүй!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Зөвхөн "1-р handler" хэвлэгдэнэ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315468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70448" y="1490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Хэрэглээ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70448" y="179222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Нэг элемент дээр олон listener байгаа үед, зөвхөн нэгийг нь ажиллуулах шаардлагатай үед.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651760"/>
            <a:ext cx="315468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70448" y="2679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Анхаарах / Давуу тал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70448" y="298094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stopPropagation + дараагийн listener-ийг ч зогсооно.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Debugging хэцүү болгодог — зайлсхийж болох бол зайлс.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dispatchEvent()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955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JavaScript-ээс event-ийг программаар үүсгэж, элемент дээр гал асаана (fire/trigger хийнэ).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534924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63040"/>
            <a:ext cx="53492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5120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btn = document.querySelector('#myBtn');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Listener нэмэх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btn.addEventListener('click', ()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console.log('Товчлуур дарагдлаа!');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Гараар дарахгүйгээр event дуудах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btn.dispatchEvent(new Event('click'));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"Товчлуур дарагдлаа!"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MouseEvent үүсгэх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mouseEvent = new MouseEvent('click',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bubbles: 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cancelable: 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btn.dispatchEvent(mouseEvent);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315468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70448" y="1490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Хэрэглээ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70448" y="179222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test, автоматжуулалт, нэг event-ийг олон газраас дуудах хэрэгтэй үед.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651760"/>
            <a:ext cx="315468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70448" y="2679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Анхаарах / Давуу тал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70448" y="298094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Тест бичихэд маш хэрэгтэй.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dispatchEvent() синхрон ажилладаг (callback дуусч буцана).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CustomEvent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955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Өөрийн event-ийг бүтээх боломж. detail property-ээр өгөгдөл дамжуулна. Component-үүдийн хоорондох харилцааг зохицуулна.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534924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63040"/>
            <a:ext cx="53492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5120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CustomEvent үүсгэх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event = new CustomEvent('userLogin',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detail: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username: 'Батбаяр',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role: 'admin'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bubbles: 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cancelable: 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Listener нэмэх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document.addEventListener('userLogin', (e)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console.log('Хэрэглэгч нэвтэрлээ:', e.detail.username);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console.log('Эрх:', e.detail.role);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Event дуудах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document.dispatchEvent(event);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315468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70448" y="1490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Хэрэглээ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70448" y="179222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хоорондын мессеж дамжуулалт, custom notification систем, framework-гүй event bus.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651760"/>
            <a:ext cx="315468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70448" y="2679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Анхаарах / Давуу тал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70448" y="298094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Framework-гүйгээр component communication хийх хамгийн энгийн арга.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detail-д объект дамжуулахдаа reference-ийг анхаар.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Bubbling ба Event Capturing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95528"/>
            <a:ext cx="83210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Capturing: window→document дээрээс доош. Bubbling: target-аас дээш window хүртэл. addEventListener 3-р параметр: true=capture, false(default)=bubble.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3840480" cy="3291840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1810512"/>
            <a:ext cx="3017520" cy="2423160"/>
          </a:xfrm>
          <a:prstGeom prst="rect">
            <a:avLst/>
          </a:prstGeom>
          <a:solidFill>
            <a:srgbClr val="1E3050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828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&lt;div&gt;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80160" y="2331720"/>
            <a:ext cx="2011680" cy="1508760"/>
          </a:xfrm>
          <a:prstGeom prst="rect">
            <a:avLst/>
          </a:prstGeom>
          <a:solidFill>
            <a:srgbClr val="164E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670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&lt;button&gt;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2944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Click!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920240"/>
            <a:ext cx="0" cy="118872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2926080"/>
            <a:ext cx="274320" cy="18288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920240"/>
            <a:ext cx="274320" cy="-18288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1325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доошоо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0" y="1920240"/>
            <a:ext cx="0" cy="118872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1920240"/>
            <a:ext cx="274320" cy="18288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2926080"/>
            <a:ext cx="274320" cy="-18288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325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дээшээ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1353312"/>
            <a:ext cx="2880360" cy="329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353312"/>
            <a:ext cx="288036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1371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Bubbling vs Capturing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44768" y="1691640"/>
            <a:ext cx="2697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div.addEventListener(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'click',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false   // bubbling (default)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div.addEventListener(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'click',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true    // capturing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Дарааллыг шалгах: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Capturing: top→down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Target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Bubbling: up→top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Ихэнх тохиолдолд Bubbling ашигладаг. Capturing нь ховор, тусгай тохиолдолд хэрэглэнэ.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955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Хүүхэд элемент бүрт listener нэмэхийн оронд эцэг элементэд нэг listener нэмэж, event-ийн bubbling-ийг ашиглана.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534924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63040"/>
            <a:ext cx="53492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5120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Муу арга: бүр item-д listener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document.querySelectorAll('.item').forEach(item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item.addEventListener('click', handleClick);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 // 100 item = 100 listener!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Event Delegation: 1 listener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list = document.querySelector('#todo-list');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list.addEventListener('click', (event)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Яг дарагдсан элементийг шалгана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(event.target.matches('.delete-btn'))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event.target.closest('li').remove();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(event.target.matches('.edit-btn'))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edit хийх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Динамикаар нэмэгдсэн item-д ч ажиллана!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315468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70448" y="1490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Хэрэглээ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70448" y="179222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list, хүснэгтийн мөрүүд, динамикаар нэмэгдэх элементүүд, их хэмжээний жагсаалт.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651760"/>
            <a:ext cx="315468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70448" y="2679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Анхаарах / Давуу тал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70448" y="298094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Memory хэмнэлттэй, динамик элементэд автоматаар ажилладаг.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event.target.matches() ашиглаж зөв элементийг шүүж авна.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 (DOM өөрчлөлт)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955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JavaScript-ээр HTML элемент үүсгэх, устгах, өөрчлөх, загварчлах боломж. Динамик вэб хуудасны үндэс.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534924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63040"/>
            <a:ext cx="53492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5120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Элемент үүсгэх ба нэмэх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li = document.createElement('li');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li.textContent = 'Шинэ item';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li.classList.add('active');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document.querySelector('ul').appendChild(li);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innerHTML ашиглах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div = document.querySelector('#app');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div.innerHTML = '&lt;h2&gt;Сайн уу!&lt;/h2&gt;';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Загвар өөрчлөх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box = document.querySelector('.box');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box.style.backgroundColor = '#38BDF8';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box.style.display = 'none'; // нуух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Устгах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old = document.querySelector('.old-item');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old.remove();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315468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70448" y="1490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Хэрэглээ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70448" y="179222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 контент үүсгэх (чат, todo, хайлтын үр дүн), UI шинэчлэх.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651760"/>
            <a:ext cx="315468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70448" y="2679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Анхаарах / Давуу тал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70448" y="298094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Аливаа UI-г JS-ээр бүтээх боломжтой.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innerHTML-д хэрэглэгчийн оролт шууд оруулбал XSS халдлага болно!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DOM-ийн Давуу болон Сул Тал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206240" cy="4069080"/>
          </a:xfrm>
          <a:prstGeom prst="rect">
            <a:avLst/>
          </a:prstGeom>
          <a:solidFill>
            <a:srgbClr val="052E16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4206240" cy="457200"/>
          </a:xfrm>
          <a:prstGeom prst="rect">
            <a:avLst/>
          </a:prstGeom>
          <a:solidFill>
            <a:srgbClr val="14532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3210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ДАВУУ ТАЛ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Хуудасны бүх элементэд хандах боломжтой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93852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 контент үүсгэх, устгах, өөрчлөх боломжтой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програмчлал хийх боломжтой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0358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бүх дэмждэг — нэмэлт library хэрэггүй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5844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 validation, UI шинэчлэлт хялбархан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413308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CustomEvent-ээр component-үүдийг холбоно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804672"/>
            <a:ext cx="4206240" cy="4069080"/>
          </a:xfrm>
          <a:prstGeom prst="rect">
            <a:avLst/>
          </a:prstGeom>
          <a:solidFill>
            <a:srgbClr val="2D0E0E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804672"/>
            <a:ext cx="4206240" cy="457200"/>
          </a:xfrm>
          <a:prstGeom prst="rect">
            <a:avLst/>
          </a:prstGeom>
          <a:solidFill>
            <a:srgbClr val="45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83210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СУЛ ТАЛ / АНХААРАХ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138988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 DOM manipulation хуудасыг удаашруулдаг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04825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innerHTML-д XSS халдлагын эрсдэл байдаг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70662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leak: listener-ийг устгахаа мартвал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6499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Reflow/Repaint: style өөрчлөлт үнэтэй байдаг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40233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Том апп-д DOM шууд удирдах нарийн болдог → Virtual DOM (React) гарч ирсэн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31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Дүгнэлт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029968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24128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= Tree бүтэц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82880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HTML-ийг браузер object tree болгон хадгалдаг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822960"/>
            <a:ext cx="2029968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024128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42032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арга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23744" y="182880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querySelector, getElementById ашиглан элементэд хандана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822960"/>
            <a:ext cx="2029968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1024128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18304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Listener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0016" y="182880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addEventListener/removeEventListener — хэрэглэгчийн үйлдлийг удирдана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822960"/>
            <a:ext cx="2029968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03136" y="1024128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94576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Control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76288" y="1828800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preventDefault, stopPropagation, stopImmediatePropagation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761488"/>
            <a:ext cx="2029968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2962656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65760" y="34198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Events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" y="3767328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dispatchEvent + CustomEvent — component хоорондын харилцаа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50592" y="2761488"/>
            <a:ext cx="2029968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50592" y="2962656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🫧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542032" y="34198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Bubbling &amp; Capturing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767328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дамжих хоёр чиглэл — Delegation-д ашиглана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26864" y="2761488"/>
            <a:ext cx="2029968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26864" y="2962656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718304" y="34198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00016" y="3767328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Нэг listener-ийн тусламжтай олон элементийг удирдана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03136" y="2761488"/>
            <a:ext cx="2029968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03136" y="2962656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894576" y="34198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76288" y="3767328"/>
            <a:ext cx="1901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createElement, appendChild, remove, innerHTML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716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96012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78308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60604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342900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25196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13716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96012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178308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260604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0200" y="342900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425196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13716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96012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178308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260604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342900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425196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13716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178308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260604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342900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425196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0" y="13716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96012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178308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0" y="260604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0" y="342900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0" y="425196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69480" y="13716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69480" y="96012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69480" y="178308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69480" y="260604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69480" y="342900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69480" y="4251960"/>
            <a:ext cx="128016" cy="128016"/>
          </a:xfrm>
          <a:prstGeom prst="ellipse">
            <a:avLst/>
          </a:prstGeom>
          <a:solidFill>
            <a:srgbClr val="818CF8">
              <a:alpha val="30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1188720"/>
            <a:ext cx="45720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286000" y="1188720"/>
            <a:ext cx="4572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12070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Асуулт?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2286000" y="18470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2286000" y="239572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Event Handling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926080" y="3310128"/>
            <a:ext cx="3291840" cy="0"/>
          </a:xfrm>
          <a:prstGeom prst="line">
            <a:avLst/>
          </a:prstGeom>
          <a:noFill/>
          <a:ln w="12700">
            <a:solidFill>
              <a:srgbClr val="818C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0" y="34015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Баярлалаа! 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 &amp; Event Handling</dc:title>
  <dc:subject>PptxGenJS Presentation</dc:subject>
  <dc:creator>PptxGenJS</dc:creator>
  <cp:lastModifiedBy>PptxGenJS</cp:lastModifiedBy>
  <cp:revision>1</cp:revision>
  <dcterms:created xsi:type="dcterms:W3CDTF">2026-05-18T01:42:45Z</dcterms:created>
  <dcterms:modified xsi:type="dcterms:W3CDTF">2026-05-18T01:42:45Z</dcterms:modified>
</cp:coreProperties>
</file>